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FCF5-CC52-8D5B-A329-DFBB87D93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0FF71-C655-6B84-570E-59B0CD0AC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0C73-AF26-5944-AD7C-CD2E3225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62BD6-F92C-9CE1-2D77-D0E14143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87C9E-1CD9-E578-BB26-C1C7A1CB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95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220F-F1C7-632B-381E-70EBA02D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7FCDD-3918-8ADC-DF16-BEDC5C8F0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B5879-CB62-5F0B-C083-FFAFC62D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A4EEA-E6BD-59E2-CDE4-29891DBD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D520D-5DFE-90A0-6595-58148C8C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7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AD78-45AE-9BD4-693C-15F25F51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B03C9-6A59-7901-5BE5-E51122B00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90CB5-25A1-9A94-6A4E-C3A2EB5C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CFC3E-27E1-B74A-9576-49EA7F85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BD033-3EAB-D741-8594-1BE3216C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56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577D-3F0A-0A59-B3A3-5EC6CC8D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34C3F-CFAB-6B86-138F-984CA4317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B2625-735F-9F58-C1C1-74344E998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889BD-2097-330C-B1F8-DAFD8100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645B4-89F4-5FF1-74F4-E2CD7D4C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3448D-D701-5AFF-3E7B-D22BCD7A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21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19B4-6F87-9FF3-9C8E-1F9129D8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19F4E-5C9B-7802-AE44-821406EF2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950A4-C07F-ED14-1063-ED015EF6C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8747E9-D914-A40D-8E1A-B2328E954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C28E3-0E89-3542-1539-D2CC63C12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D48EE-B5BB-86D2-E255-895B907D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E6FFD9-424A-BFF0-CA6B-488E3359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9AB9C-0AB5-A4B0-F894-6F132E5A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07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BE0F-4473-3AF1-44E8-24D154E9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4748A-18B1-07D4-2387-A9950ED2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0F28C-0380-9524-2453-F645401F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39B11-C5EC-03D8-CE7D-76314E48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30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998B2-7B52-CEA9-F188-A1010053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64B53-29C8-99BF-5CEF-7C0D42F8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DA449-81B8-6BD6-008E-00C7CA29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9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8A08-CCB7-1D5F-F90A-A6BC8DAB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CB07A-6A68-014C-B029-3489E8BA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C8C36-994D-5A71-CF2E-1B775972E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53533-26CA-BE9D-A839-65248B6E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299F1-3D5E-5939-29DB-9ED52650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40761-014D-6991-A60D-1E5072E3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01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C32F-85C6-0341-C4E9-5E8CAF68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AA1AC-A9F6-544B-F745-C6FB89E52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E157F-3C5B-6D39-721B-CB12CCAA4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AA53B-0C6B-D29D-E11E-B2046B407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CD70-ED36-CD8B-62E1-0FA8522F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AC816-F550-6123-A419-DCC3EE2E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809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BC50-26A0-7876-7C24-E6E3D6E10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9D12D-A307-748D-FC24-0ED875616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80B4A-9987-09B0-8019-CE8719A0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E99E-C7A3-D6DA-FF8E-600A7FEA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371F-C1C3-7FA1-807E-34860835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24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658B7-D59E-4636-EBB1-501E6FBCA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7FE12-EE54-457E-70BA-427849B30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B7B4E-2CB7-D450-C968-537A1DFA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783FA-EC52-9D03-BC3F-09E7BD3D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44563-121E-E6AB-3442-DC28471B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6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1B36D-3AFB-F49A-7D93-06CCE0F4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9DE45-7572-7815-6624-22CAFDA0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ABA47-B37F-3C29-5DEC-A6A5AC50A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3AC48-34AF-4733-A489-B79C4BCBDA5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781B3-D6B5-0B6F-7C95-8865F07BD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373F-3269-80D4-A523-F69492673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19E47-5F87-4BEB-A99D-286809133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41D9-0C4C-1739-4A6C-2368243D1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8328"/>
            <a:ext cx="9144000" cy="3171635"/>
          </a:xfrm>
        </p:spPr>
        <p:txBody>
          <a:bodyPr>
            <a:normAutofit/>
          </a:bodyPr>
          <a:lstStyle/>
          <a:p>
            <a:r>
              <a:rPr lang="en-IN" sz="4800" b="1" dirty="0"/>
              <a:t>Title:</a:t>
            </a:r>
            <a:r>
              <a:rPr lang="en-IN" sz="4800" dirty="0"/>
              <a:t> </a:t>
            </a:r>
            <a:r>
              <a:rPr lang="en-IN" sz="4800" dirty="0" err="1"/>
              <a:t>ScanDine</a:t>
            </a:r>
            <a:r>
              <a:rPr lang="en-IN" sz="4800" dirty="0"/>
              <a:t>: QR-Based Contactless Ordering &amp; Restaurant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D0A65-4348-E0E5-D367-A3587523F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5056632"/>
            <a:ext cx="5023104" cy="1636776"/>
          </a:xfrm>
        </p:spPr>
        <p:txBody>
          <a:bodyPr>
            <a:normAutofit/>
          </a:bodyPr>
          <a:lstStyle/>
          <a:p>
            <a:r>
              <a:rPr lang="en-US" sz="1800" dirty="0"/>
              <a:t>Presented By:</a:t>
            </a:r>
          </a:p>
          <a:p>
            <a:r>
              <a:rPr lang="en-US" sz="1800" dirty="0"/>
              <a:t>2520030417  (</a:t>
            </a:r>
            <a:r>
              <a:rPr lang="en-US" sz="1800" dirty="0" err="1"/>
              <a:t>P.Pavan</a:t>
            </a:r>
            <a:r>
              <a:rPr lang="en-US" sz="1800" dirty="0"/>
              <a:t> Sai)</a:t>
            </a:r>
          </a:p>
          <a:p>
            <a:r>
              <a:rPr lang="en-US" sz="1800" dirty="0"/>
              <a:t>2520030403  (</a:t>
            </a:r>
            <a:r>
              <a:rPr lang="en-US" sz="1800" dirty="0" err="1"/>
              <a:t>U.Ankith</a:t>
            </a:r>
            <a:r>
              <a:rPr lang="en-US" sz="1800" dirty="0"/>
              <a:t>)</a:t>
            </a:r>
          </a:p>
          <a:p>
            <a:r>
              <a:rPr lang="en-US" sz="1800" dirty="0"/>
              <a:t>2520030111  (</a:t>
            </a:r>
            <a:r>
              <a:rPr lang="en-US" sz="1800" dirty="0" err="1"/>
              <a:t>M.Pramod</a:t>
            </a:r>
            <a:r>
              <a:rPr lang="en-US" sz="1800" dirty="0"/>
              <a:t> Krishna)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206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4A1B-38EF-B299-409B-E4C113C1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FB90C-9776-0442-9304-B36ADFD80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Modern restaurants require faster service, seamless transactions, and minimal human error during peak operational hours.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/>
              <a:t>Traditional dining relies on waiters taking manual notes, which can cause delays and communication gaps with the kitchen.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The Core Solution:</a:t>
            </a:r>
            <a:r>
              <a:rPr lang="en-IN" dirty="0"/>
              <a:t> A QR-code-driven digital platform where customers use their own smartphones to scan a table code, browse the menu, pay online, and have food delivered directly to their 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733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EF18-4AA0-4D3D-F3B2-F2476860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69B36-4C33-4957-75A0-A83220280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ScanDine</a:t>
            </a:r>
            <a:r>
              <a:rPr lang="en-IN" dirty="0"/>
              <a:t> is a web-based, end-to-end restaurant automation system designed to modernize the dining experience from guest arrival to order </a:t>
            </a:r>
            <a:r>
              <a:rPr lang="en-IN" dirty="0" err="1"/>
              <a:t>fulfillment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Each table features a unique QR code linked to a dynamic digital menu. Customers select their meals, complete secure online payments, and trigger instant alerts to the kitchen and floor staff.</a:t>
            </a:r>
          </a:p>
          <a:p>
            <a:pPr lvl="0"/>
            <a:r>
              <a:rPr lang="en-IN" b="1" dirty="0"/>
              <a:t>Impact:</a:t>
            </a:r>
            <a:r>
              <a:rPr lang="en-IN" dirty="0"/>
              <a:t> Drastically reduces customer wait times, minimizes ordering errors, optimizes </a:t>
            </a:r>
            <a:r>
              <a:rPr lang="en-IN" dirty="0" err="1"/>
              <a:t>labor</a:t>
            </a:r>
            <a:r>
              <a:rPr lang="en-IN" dirty="0"/>
              <a:t> allocation, and boosts restaurant table turnover.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04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2D43-A12C-7539-555D-168C27A2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FD15-C673-1177-AD46-2BE50B99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b="1" dirty="0"/>
              <a:t>Long Wait Times:</a:t>
            </a:r>
            <a:r>
              <a:rPr lang="en-IN" dirty="0"/>
              <a:t> Customers waste valuable time waiting for physical menus and for waiters to take their orders, especially during rush hours.</a:t>
            </a:r>
          </a:p>
          <a:p>
            <a:pPr lvl="0"/>
            <a:r>
              <a:rPr lang="en-IN" b="1" dirty="0"/>
              <a:t>Order Inaccuracies:</a:t>
            </a:r>
            <a:r>
              <a:rPr lang="en-IN" dirty="0"/>
              <a:t> Manual handwriting or verbal relaying of orders to the kitchen frequently leads to wrong items being served.</a:t>
            </a:r>
          </a:p>
          <a:p>
            <a:pPr lvl="0"/>
            <a:r>
              <a:rPr lang="en-IN" b="1" dirty="0"/>
              <a:t>Payment Bottlenecks:</a:t>
            </a:r>
            <a:r>
              <a:rPr lang="en-IN" dirty="0"/>
              <a:t> Waiting for the bill, splitting bills, and processing payments at a crowded cash counter slows down table clearance.</a:t>
            </a:r>
          </a:p>
          <a:p>
            <a:pPr lvl="0"/>
            <a:r>
              <a:rPr lang="en-IN" b="1" dirty="0"/>
              <a:t>Lack of Digital Integration:</a:t>
            </a:r>
            <a:r>
              <a:rPr lang="en-IN" dirty="0"/>
              <a:t> Traditional setups lack centralized tracking for kitchen preparation times and real-time table occupancy.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34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634AF-A98A-5F52-79A3-503FEC19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7356D-80D7-AB68-3A62-1C4200F66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1. QR Generation &amp; Table Module:</a:t>
            </a:r>
            <a:r>
              <a:rPr lang="en-IN" dirty="0"/>
              <a:t> Unique QR codes generated for every table that automatically encode the table number when scanned on mobile.</a:t>
            </a:r>
          </a:p>
          <a:p>
            <a:pPr lvl="0"/>
            <a:r>
              <a:rPr lang="en-IN" b="1" dirty="0"/>
              <a:t>2. Digital Menu &amp; Cart Module:</a:t>
            </a:r>
            <a:r>
              <a:rPr lang="en-IN" dirty="0"/>
              <a:t> Interactive mobile-friendly menu with categories, customization options, and secure cart management.</a:t>
            </a:r>
          </a:p>
          <a:p>
            <a:pPr lvl="0"/>
            <a:r>
              <a:rPr lang="en-IN" b="1" dirty="0"/>
              <a:t>3. Payment Gateway Module:</a:t>
            </a:r>
            <a:r>
              <a:rPr lang="en-IN" dirty="0"/>
              <a:t> Integrated digital checkout allowing customers to pay instantly online (UPI, cards, wallets) before the order is processed.</a:t>
            </a:r>
          </a:p>
          <a:p>
            <a:pPr lvl="0"/>
            <a:r>
              <a:rPr lang="en-IN" b="1" dirty="0"/>
              <a:t>4. Kitchen Display System (KDS):</a:t>
            </a:r>
            <a:r>
              <a:rPr lang="en-IN" dirty="0"/>
              <a:t> Real-time order queue for chefs showing table numbers, item lists, and preparation statuses.</a:t>
            </a:r>
          </a:p>
          <a:p>
            <a:pPr lvl="0"/>
            <a:r>
              <a:rPr lang="en-IN" b="1" dirty="0"/>
              <a:t>5. Admin &amp; Analytics Dashboard:</a:t>
            </a:r>
            <a:r>
              <a:rPr lang="en-IN" dirty="0"/>
              <a:t> Management portal tracking live table statuses, total revenue, and daily sales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411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5D9A-E2FA-FA1F-A399-D2D78771D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and 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CA68B-25A5-65EF-8C99-16E23F9A0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b="1" dirty="0"/>
              <a:t>Software - Frontend:</a:t>
            </a:r>
            <a:r>
              <a:rPr lang="en-IN" dirty="0"/>
              <a:t> React.js / Next.js, Tailwind CSS (for responsive mobile and desktop layouts)</a:t>
            </a:r>
          </a:p>
          <a:p>
            <a:pPr lvl="0"/>
            <a:r>
              <a:rPr lang="en-IN" b="1" dirty="0"/>
              <a:t>Software - Backend &amp; Database:</a:t>
            </a:r>
            <a:r>
              <a:rPr lang="en-IN" dirty="0"/>
              <a:t> Node.js, Express.js, MongoDB / PostgreSQL</a:t>
            </a:r>
          </a:p>
          <a:p>
            <a:pPr lvl="0"/>
            <a:r>
              <a:rPr lang="en-IN" b="1" dirty="0"/>
              <a:t>Software - Real-Time &amp; Payments:</a:t>
            </a:r>
            <a:r>
              <a:rPr lang="en-IN" dirty="0"/>
              <a:t> </a:t>
            </a:r>
            <a:r>
              <a:rPr lang="en-IN" dirty="0" err="1"/>
              <a:t>WebSockets</a:t>
            </a:r>
            <a:r>
              <a:rPr lang="en-IN" dirty="0"/>
              <a:t> (Socket.io) for live order syncing &amp; Stripe/</a:t>
            </a:r>
            <a:r>
              <a:rPr lang="en-IN" dirty="0" err="1"/>
              <a:t>Razorpay</a:t>
            </a:r>
            <a:r>
              <a:rPr lang="en-IN" dirty="0"/>
              <a:t> API for payments</a:t>
            </a:r>
          </a:p>
          <a:p>
            <a:pPr lvl="0"/>
            <a:r>
              <a:rPr lang="en-IN" b="1" dirty="0"/>
              <a:t>Hardware - Development:</a:t>
            </a:r>
            <a:r>
              <a:rPr lang="en-IN" dirty="0"/>
              <a:t> Standard development laptops/PCs (Minimum 8GB RAM)</a:t>
            </a:r>
          </a:p>
          <a:p>
            <a:pPr lvl="0"/>
            <a:r>
              <a:rPr lang="en-IN" b="1" dirty="0"/>
              <a:t>Hardware - Deployment &amp; End-Users:</a:t>
            </a:r>
            <a:r>
              <a:rPr lang="en-IN" dirty="0"/>
              <a:t> Cloud hosting server (Render/</a:t>
            </a:r>
            <a:r>
              <a:rPr lang="en-IN" dirty="0" err="1"/>
              <a:t>Vercel</a:t>
            </a:r>
            <a:r>
              <a:rPr lang="en-IN" dirty="0"/>
              <a:t>) and customer smartphones / kitchen display tablets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57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8ABD8-DE5C-850D-5089-DB921268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C9C31-99D4-8AED-D5D3-2229E7653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Successfully modernizes restaurant operations by shifting the ordering and payment burden to an automated, self-service digital pipeline.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b="1" dirty="0"/>
              <a:t>Future Enhancements:</a:t>
            </a:r>
            <a:endParaRPr lang="en-IN" dirty="0"/>
          </a:p>
          <a:p>
            <a:pPr lvl="1"/>
            <a:r>
              <a:rPr lang="en-IN" dirty="0"/>
              <a:t>Split-bill options for large groups sharing a table.</a:t>
            </a:r>
          </a:p>
          <a:p>
            <a:pPr lvl="1"/>
            <a:r>
              <a:rPr lang="en-IN" dirty="0"/>
              <a:t>Customer feedback and rating system per dish.</a:t>
            </a:r>
          </a:p>
          <a:p>
            <a:pPr lvl="1"/>
            <a:r>
              <a:rPr lang="en-IN" dirty="0"/>
              <a:t>AI-powered menu recommendations based on historical ordering data.</a:t>
            </a:r>
          </a:p>
          <a:p>
            <a:pPr lvl="1"/>
            <a:r>
              <a:rPr lang="en-IN" dirty="0"/>
              <a:t>Special foods in the restaurant of </a:t>
            </a:r>
            <a:r>
              <a:rPr lang="en-IN"/>
              <a:t>the month and day.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02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568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Title: ScanDine: QR-Based Contactless Ordering &amp; Restaurant Management System</vt:lpstr>
      <vt:lpstr>Introduction</vt:lpstr>
      <vt:lpstr>Abstract</vt:lpstr>
      <vt:lpstr>Problem Statement</vt:lpstr>
      <vt:lpstr>Project Modules</vt:lpstr>
      <vt:lpstr>Hardware and Software Requirements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Sai</dc:creator>
  <cp:lastModifiedBy>Pavan Sai</cp:lastModifiedBy>
  <cp:revision>3</cp:revision>
  <dcterms:created xsi:type="dcterms:W3CDTF">2026-08-14T07:03:19Z</dcterms:created>
  <dcterms:modified xsi:type="dcterms:W3CDTF">2026-10-08T07:12:28Z</dcterms:modified>
</cp:coreProperties>
</file>